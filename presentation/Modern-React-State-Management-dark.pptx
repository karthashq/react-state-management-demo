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24ec6c9ad4605" /><Relationship Type="http://schemas.openxmlformats.org/officeDocument/2006/relationships/extended-properties" Target="/docProps/app.xml" Id="R255865677b9e4b56" /><Relationship Type="http://schemas.openxmlformats.org/officeDocument/2006/relationships/officeDocument" Target="/ppt/presentation.xml" Id="Raef1d0bc2954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48cfcce6b4373"/>
  </p:sldMasterIdLst>
  <p:notesMasterIdLst>
    <p:notesMasterId xmlns:r="http://schemas.openxmlformats.org/officeDocument/2006/relationships" r:id="R622955213c2445b4"/>
  </p:notesMasterIdLst>
  <p:sldIdLst>
    <p:sldId xmlns:r="http://schemas.openxmlformats.org/officeDocument/2006/relationships" id="256" r:id="R9ab630ac979644b8"/>
    <p:sldId xmlns:r="http://schemas.openxmlformats.org/officeDocument/2006/relationships" id="257" r:id="Rf12bc7e772684411"/>
    <p:sldId xmlns:r="http://schemas.openxmlformats.org/officeDocument/2006/relationships" id="258" r:id="R45b4bc5096554951"/>
    <p:sldId xmlns:r="http://schemas.openxmlformats.org/officeDocument/2006/relationships" id="259" r:id="R1c14f67b7e214417"/>
    <p:sldId xmlns:r="http://schemas.openxmlformats.org/officeDocument/2006/relationships" id="260" r:id="R324594e1610d4d48"/>
    <p:sldId xmlns:r="http://schemas.openxmlformats.org/officeDocument/2006/relationships" id="261" r:id="R1107d29926034132"/>
    <p:sldId xmlns:r="http://schemas.openxmlformats.org/officeDocument/2006/relationships" id="262" r:id="R3baa9ace87194fe2"/>
    <p:sldId xmlns:r="http://schemas.openxmlformats.org/officeDocument/2006/relationships" id="263" r:id="R52812d09807742be"/>
    <p:sldId xmlns:r="http://schemas.openxmlformats.org/officeDocument/2006/relationships" id="264" r:id="Rf685e8673207499c"/>
    <p:sldId xmlns:r="http://schemas.openxmlformats.org/officeDocument/2006/relationships" id="265" r:id="R69ea95c7022341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48cfcce6b4373" /><Relationship Type="http://schemas.openxmlformats.org/officeDocument/2006/relationships/theme" Target="/ppt/theme/theme1.xml" Id="Ra00de65fe5f84217" /><Relationship Type="http://schemas.openxmlformats.org/officeDocument/2006/relationships/notesMaster" Target="/ppt/notesMasters/notesMaster1.xml" Id="R622955213c2445b4" /><Relationship Type="http://schemas.openxmlformats.org/officeDocument/2006/relationships/presProps" Target="/ppt/presProps.xml" Id="Rf329a5e7cc7c4d7d" /><Relationship Type="http://schemas.openxmlformats.org/officeDocument/2006/relationships/viewProps" Target="/ppt/viewProps.xml" Id="Rd5707ff303f84d0e" /><Relationship Type="http://schemas.openxmlformats.org/officeDocument/2006/relationships/tableStyles" Target="/ppt/tableStyles.xml" Id="R1f3137e192364b07" /><Relationship Type="http://schemas.openxmlformats.org/officeDocument/2006/relationships/slide" Target="/ppt/slides/slide1.xml" Id="R9ab630ac979644b8" /><Relationship Type="http://schemas.openxmlformats.org/officeDocument/2006/relationships/slide" Target="/ppt/slides/slide2.xml" Id="Rf12bc7e772684411" /><Relationship Type="http://schemas.openxmlformats.org/officeDocument/2006/relationships/slide" Target="/ppt/slides/slide3.xml" Id="R45b4bc5096554951" /><Relationship Type="http://schemas.openxmlformats.org/officeDocument/2006/relationships/slide" Target="/ppt/slides/slide4.xml" Id="R1c14f67b7e214417" /><Relationship Type="http://schemas.openxmlformats.org/officeDocument/2006/relationships/slide" Target="/ppt/slides/slide5.xml" Id="R324594e1610d4d48" /><Relationship Type="http://schemas.openxmlformats.org/officeDocument/2006/relationships/slide" Target="/ppt/slides/slide6.xml" Id="R1107d29926034132" /><Relationship Type="http://schemas.openxmlformats.org/officeDocument/2006/relationships/slide" Target="/ppt/slides/slide7.xml" Id="R3baa9ace87194fe2" /><Relationship Type="http://schemas.openxmlformats.org/officeDocument/2006/relationships/slide" Target="/ppt/slides/slide8.xml" Id="R52812d09807742be" /><Relationship Type="http://schemas.openxmlformats.org/officeDocument/2006/relationships/slide" Target="/ppt/slides/slide9.xml" Id="Rf685e8673207499c" /><Relationship Type="http://schemas.openxmlformats.org/officeDocument/2006/relationships/slide" Target="/ppt/slides/slide10.xml" Id="R69ea95c70223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2488d30c0c946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b9157d5764890" /><Relationship Type="http://schemas.openxmlformats.org/officeDocument/2006/relationships/notesMaster" Target="/ppt/notesMasters/notesMaster1.xml" Id="R36a375ca29fb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fecbb1e0f4f21" /><Relationship Type="http://schemas.openxmlformats.org/officeDocument/2006/relationships/notesMaster" Target="/ppt/notesMasters/notesMaster1.xml" Id="R0b10350bceae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010c4df6e4dd0" /><Relationship Type="http://schemas.openxmlformats.org/officeDocument/2006/relationships/notesMaster" Target="/ppt/notesMasters/notesMaster1.xml" Id="R478bbc2a2f6e47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ad08981df4a84" /><Relationship Type="http://schemas.openxmlformats.org/officeDocument/2006/relationships/notesMaster" Target="/ppt/notesMasters/notesMaster1.xml" Id="R87b5ed3d5d16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d393f074c455b" /><Relationship Type="http://schemas.openxmlformats.org/officeDocument/2006/relationships/notesMaster" Target="/ppt/notesMasters/notesMaster1.xml" Id="Re08c503f931549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7e0409c5e34c56" /><Relationship Type="http://schemas.openxmlformats.org/officeDocument/2006/relationships/notesMaster" Target="/ppt/notesMasters/notesMaster1.xml" Id="R2d11b0aeb22f42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fbbf4750814cf3" /><Relationship Type="http://schemas.openxmlformats.org/officeDocument/2006/relationships/notesMaster" Target="/ppt/notesMasters/notesMaster1.xml" Id="Rf523fe446e4743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37dff405b7453f" /><Relationship Type="http://schemas.openxmlformats.org/officeDocument/2006/relationships/notesMaster" Target="/ppt/notesMasters/notesMaster1.xml" Id="Rdc5f79e1aca147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e073c4f8994492" /><Relationship Type="http://schemas.openxmlformats.org/officeDocument/2006/relationships/notesMaster" Target="/ppt/notesMasters/notesMaster1.xml" Id="Rcc949df3ca1d48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cca197093a47f6" /><Relationship Type="http://schemas.openxmlformats.org/officeDocument/2006/relationships/notesMaster" Target="/ppt/notesMasters/notesMaster1.xml" Id="Re3264150807e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c2cac274849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3c73eed2c34168" /><Relationship Type="http://schemas.openxmlformats.org/officeDocument/2006/relationships/slideLayout" Target="/ppt/slideLayouts/slideLayout2.xml" Id="Rabb39c75fb0b42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b39c75fb0b42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518693ffc4170" /><Relationship Type="http://schemas.openxmlformats.org/officeDocument/2006/relationships/notesSlide" Target="/ppt/notesSlides/notesSlide1.xml" Id="R6535ba0ec9fb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d4471b65e42e0" /><Relationship Type="http://schemas.openxmlformats.org/officeDocument/2006/relationships/notesSlide" Target="/ppt/notesSlides/notesSlide2.xml" Id="Rb9b1e4a98ec9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bddc00eaf45be" /><Relationship Type="http://schemas.openxmlformats.org/officeDocument/2006/relationships/notesSlide" Target="/ppt/notesSlides/notesSlide3.xml" Id="Rd108bb3594b844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491a3173f45ba" /><Relationship Type="http://schemas.openxmlformats.org/officeDocument/2006/relationships/notesSlide" Target="/ppt/notesSlides/notesSlide4.xml" Id="R920768146b6049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c489e8eaf143e8" /><Relationship Type="http://schemas.openxmlformats.org/officeDocument/2006/relationships/notesSlide" Target="/ppt/notesSlides/notesSlide5.xml" Id="Rbe48e45a60bb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b22bc372c44c9" /><Relationship Type="http://schemas.openxmlformats.org/officeDocument/2006/relationships/notesSlide" Target="/ppt/notesSlides/notesSlide6.xml" Id="R920b7881fdd049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1ce1abf734986" /><Relationship Type="http://schemas.openxmlformats.org/officeDocument/2006/relationships/notesSlide" Target="/ppt/notesSlides/notesSlide7.xml" Id="R2aeec037c2bc48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9948837984bb7" /><Relationship Type="http://schemas.openxmlformats.org/officeDocument/2006/relationships/notesSlide" Target="/ppt/notesSlides/notesSlide8.xml" Id="R5b8ac83d72894c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4a5262f394a74" /><Relationship Type="http://schemas.openxmlformats.org/officeDocument/2006/relationships/notesSlide" Target="/ppt/notesSlides/notesSlide9.xml" Id="R49d81f52ca2a41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e7d08376c4f21" /><Relationship Type="http://schemas.openxmlformats.org/officeDocument/2006/relationships/notesSlide" Target="/ppt/notesSlides/notesSlide10.xml" Id="Rf964726cfb7441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31AAC-6D3E-4121-8108-9735D96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83DA1-1F1F-44E5-A366-A9E78312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STATE MANAGEMENT IN MODERN REACT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C1D16-455B-4CAE-999B-C0837F3C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Toolkit, Zustand, and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EB375-6B29-4A2A-9448-B9D3630D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One cart demo, three ways of thinking about shared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E420-91B1-4BDA-ACAA-F2C5BEA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635EB-307D-44BC-B383-F7D76A87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FAF2F-ABF2-4FB9-92F4-1A9B2A0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Pain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16358-55D1-4192-8A7B-5972EE39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575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F5D00-D65D-4E04-83D7-1BE0756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813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Toolkit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0309-198C-457E-BE01-A12401F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657C3-4D69-47F5-8750-A113EDB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813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Zustand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F7B4C-F352-495C-919D-B15FCAEB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3CB38-4C6D-4C19-BC10-7994482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813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B20AA-2653-4FFF-A52C-A8C11BD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 practical comparison built around the same cart app.</a:t>
            </a:r>
          </a:p>
        </p:txBody>
      </p:sp>
    </p:spTree>
    <p:extLst>
      <p:ext uri="{BB962C8B-B14F-4D97-AF65-F5344CB8AC3E}">
        <p14:creationId xmlns:p14="http://schemas.microsoft.com/office/powerpoint/2010/main" val="19210806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30B4A-C096-464F-B10B-AABA27A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59B36-3AD3-4B7C-B2C2-1CB4A59D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THE 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C3BC8-D414-446E-AACD-5661BFF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Why state gets tricky as React apps grow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3FB25-37AD-40E6-9A76-BD1AB9B2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hard part is usually shared state, not local component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960B6-1BDA-46B1-A971-33713EF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CE8AB-D529-42D2-B226-C182513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Typical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7183C-6FAE-48DB-9DCA-482604BA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4EBF2-F2CF-4588-89E2-155EEA7C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Prop drilling across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C4EC9-E8A4-4E2B-83AB-45424A9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5A736-2589-4A4D-A48E-65359CA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Context that starts to feel overloaded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1D87D-FDC9-4D64-BF6B-329AFE81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6C3FE-D873-419B-8A15-B63E65E2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Too many consumers re-rendering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74F34-29F1-4184-ABCE-D884440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D627B-6A8E-4FE1-A304-D896CAB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Async loading and error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9F349-BB0E-4347-AAF3-97511E8B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08A5C-A494-4A50-8F0D-05A8FD1C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Derived state spread around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78D05-26F5-474D-A407-411F95B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91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5814A-7006-42BD-AB9B-7A976DA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Unclear ownership over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5C2FC-4C57-4A2E-9DFF-2A6EC4DF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5543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74165-E012-40EA-A733-F0B8148A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96422-10C6-45FE-9EF1-88C1D45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4800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What do we want from a state tool: structure, debugging, simplicity, or a bit of all three?</a:t>
            </a:r>
          </a:p>
        </p:txBody>
      </p:sp>
    </p:spTree>
    <p:extLst>
      <p:ext uri="{BB962C8B-B14F-4D97-AF65-F5344CB8AC3E}">
        <p14:creationId xmlns:p14="http://schemas.microsoft.com/office/powerpoint/2010/main" val="8556373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63132-ECED-4FE7-91F1-55E80E30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B1CB7-CB53-4F11-9F7C-B4B192B3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WHY REDUX HAPPENED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5F1C0-2C2E-4D31-BFC8-F0B9C1C0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original Redux pitch was predictability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9D2D6-9D00-44D5-8151-96E90C4A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It gave teams a shared place for state and a clear model for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BF0ED-CE60-4181-8591-BA80ACA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619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A2235-C7DA-451A-A3BA-ECB970D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solved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B3140-423A-4AB4-8C9D-DBF83408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20D8A-F219-422F-81F7-495E7998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No more prop drilling for shared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9F8E8-52BA-4D2E-8ED3-B562B2D3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36DCB-41E2-49B7-934A-9C3AFC9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 single place to read and update app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3F5A7-8087-4F22-A3A9-88777E8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EEC60-CDB8-446B-82DC-B837EF7A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Explicit actions and reducers instead of ad hoc mutations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0FFFA-9076-4B30-B777-C405DBC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13A85-3FCA-42B3-830A-D13D835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 clear action log for debugging state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E291B-9F9D-43D3-A6EE-868C739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6953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D9206-7A97-4F82-9342-F4BA7B6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Ecosystem that grew around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AB188-03C8-4A80-AD41-BED8988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628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7A42A-8795-4126-A236-3335AF9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redux-act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A7490-8387-4C59-AB75-43813A7B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made action creation less repetitive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5CE4E-0880-41A4-B803-86F9ECEE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628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89C84-C4BF-49F6-9BD9-81F3B924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redux-actions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72DF3-88F4-4228-A985-0E02F9DD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cut down boilerplate around action creators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CE459-3910-47FC-8EAA-7FE5EA7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628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9BC04-80B2-4F57-910F-386CCB93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reselect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6729A-2737-4130-855F-2204AC84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14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kept derived data memoized and efficient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BC0A6-6007-491A-BC15-5FCC3049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628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9555A-6071-4C79-BE6B-AAA1A34B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B0007-4D77-4F88-AA6E-E99FACA2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handled async work, logging, and side effects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75E84-4422-4EAC-A0D6-E292E21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615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That ecosystem solved real problems, but it also made Redux feel more complex to newcomers.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52AF4-A8BA-4B55-A683-01BF6EFD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615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That tension is exactly why Redux Toolkit mattered.</a:t>
            </a:r>
          </a:p>
        </p:txBody>
      </p:sp>
    </p:spTree>
    <p:extLst>
      <p:ext uri="{BB962C8B-B14F-4D97-AF65-F5344CB8AC3E}">
        <p14:creationId xmlns:p14="http://schemas.microsoft.com/office/powerpoint/2010/main" val="1274366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1D8E4-3019-4278-8EB3-C4C4DF74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F580A-8666-4DF3-A4BD-8DC64EEB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WHY RTK TOOK 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0486D-570B-4442-8807-9460D75F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Toolkit kept the structure but cut the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90CD6-D546-4C12-90D3-71959278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This is the version most teams actually start with today.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A4E11-81B3-4F88-83A0-1FD584A7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94A10-F1B1-42E5-AB43-65D019B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18A7-4747-4B31-804D-A711F836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Less boilerplate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30958-BCF6-4458-B5E9-4D52B31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createSlice and configureStore reduce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B1371-1B38-43B4-B097-0F841C7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E6FC5-FD22-48FA-8A9F-6646083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Safer reducers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E72E6-FAF5-4EB9-91BE-A538A184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Immer lets reducers look mutable without losing immutability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FDB32-1D34-4A04-AD1C-C6D7F78F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7510F-31A5-405B-B40C-8A86CE0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Standard async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3BBE1-9580-4416-B10C-CD50814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createAsyncThunk keeps async flows consistent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A4A39-68E7-4AF9-B41A-A8ACF4FB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4815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BC68-195C-4996-8851-1D03C8D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Better defaults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16E99-2ACD-4457-ACE3-12DE532B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DevTools and middleware are ready out of the box</a:t>
            </a:r>
          </a:p>
        </p:txBody>
      </p:sp>
    </p:spTree>
    <p:extLst>
      <p:ext uri="{BB962C8B-B14F-4D97-AF65-F5344CB8AC3E}">
        <p14:creationId xmlns:p14="http://schemas.microsoft.com/office/powerpoint/2010/main" val="19906694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7E88A-20C1-4DD6-9CEC-93567518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383EB-3574-4214-BA1C-1DC45E2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RTK IN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18153-8377-4B6C-8196-DD06AAE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cart example shows the full Redux Toolkit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B94F6-1938-485C-9C4B-F183866D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Store, slice, selectors, async, and component updates all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96FB-20BC-443B-AF9C-7815A8E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8D322-CDEB-4001-AF75-2A54582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990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store.ts        configureStore({ reducer: { cart } })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cartSlice.ts    createSlice({ reducers, extraReducers })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selectors       useSelector(selectTotalPrice)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async           createAsyncThunk(loadProducts)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component       dispatch(addToCart(id))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35A30-174B-4AD5-91A2-AD9538F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E9C9D-F41F-4A44-8576-185D7024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9435-DE5C-4A0C-87F6-3C0D4AA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885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structure is more explicit, but each moving part has a clear job.</a:t>
            </a:r>
          </a:p>
        </p:txBody>
      </p:sp>
    </p:spTree>
    <p:extLst>
      <p:ext uri="{BB962C8B-B14F-4D97-AF65-F5344CB8AC3E}">
        <p14:creationId xmlns:p14="http://schemas.microsoft.com/office/powerpoint/2010/main" val="920755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82B44-CD99-4893-AD9C-E09966BA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F5EA6-0870-4F7B-98C5-F40533B7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THE BROADER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E3611-A05D-4761-85CA-D3F7110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is not the only library people reach for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ABF72-8815-4819-9073-486F07B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Before Zustand, it helps to know the wider menu of client-state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64FB2-1106-4BFD-A4CF-6A5860E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4229-7AF5-41BE-AE10-31F9AF2B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366B8-175E-49CA-9636-4A9CD8FB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Jotai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91B96-917C-4BC4-94FB-BE9ED7F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Atom-based state with small composable pieces.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12ED-9C9F-4FC7-B38B-8ADCCA3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40CA5-09AB-48C0-BFAC-9A65C55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Recoil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14FE6-C660-4FFA-AC77-97E227CF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Atom / selector model for shared React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50FA8-1CB9-4D69-9649-0B081C36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7E27D-8617-4110-8239-E02F127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MobX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18F47-6B8A-493D-B31D-36886676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Observable state with a more automatic reactivity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EC926-D87B-4815-A75F-F597559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0248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6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7824F-3B0B-4CCD-A26D-512D13D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TanStack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209EF-74A6-49DD-B335-E6EC13E5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92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better framed as server-state / data-fetching tooling, not a direct Redux replacement.</a:t>
            </a:r>
          </a:p>
        </p:txBody>
      </p:sp>
    </p:spTree>
    <p:extLst>
      <p:ext uri="{BB962C8B-B14F-4D97-AF65-F5344CB8AC3E}">
        <p14:creationId xmlns:p14="http://schemas.microsoft.com/office/powerpoint/2010/main" val="13450160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9C346-163A-4E6F-83D2-1D802632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5123F-C5FE-488C-8F7C-8CB1DBE5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LET'S CHECK OUT ZUSTAND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14892-9A60-4A3A-B7C2-743CCA0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same cart, but with less scaffolding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78418-F14B-4F82-87E8-51DDD85D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After the ecosystem scan, this is the simpler option worth looking at closely.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8E1FE-DFB9-4090-8C6F-02F9D93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476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8BA56-A149-4775-B98D-545E2E66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Why it feels different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0A2C8-1E68-4038-9D8E-52D9C580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511B5-3277-40DF-80BB-E75A38B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No provider wrapper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032FF-2948-45E7-B387-E6D0EEF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2451F-42F5-44B1-A3AD-FC02CA68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One store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B2717-2204-4C6F-B67B-DA17721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DA5F5-FF02-41B1-8EE8-E31CDC6B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Selectors still matter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E4F0E-DCD4-4A11-A272-694F367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070E8-53F5-40BC-A4D8-0C5D296E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Actions are just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E9A19-F61C-4233-83C1-224055E7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57450"/>
            <a:ext cx="6019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0C0DC-AD6E-48C5-8EA2-9431BB9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store reads like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4DB7B-9A89-45D9-BB66-19A09556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5162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create((set) =&gt; ({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products: [],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loading: false,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items: {},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loadProducts: async () =&gt; { ... },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addToCart: (id) =&gt; set((state) =&gt; ...),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removeFromCart: (id) =&gt; set((state) =&gt; ...),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  clearCart: () =&gt; set({ items: {} })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}))</a:t>
            </a:r>
          </a:p>
        </p:txBody>
      </p:sp>
    </p:spTree>
    <p:extLst>
      <p:ext uri="{BB962C8B-B14F-4D97-AF65-F5344CB8AC3E}">
        <p14:creationId xmlns:p14="http://schemas.microsoft.com/office/powerpoint/2010/main" val="1481198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BFFA94-8D40-4D7F-927D-124B23F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89BFC-A22B-4EC4-9A2A-4D68A4C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WHY ZUSTAND FEELS GOOD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830F3-4415-4F08-8D3F-AD1E0C8A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Less ceremony, still a shared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A0CCA-3DAF-40FE-8D64-06D27AE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It is often the shortest path from idea to working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5E8BD-338F-45D4-89F7-9C27D302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BAC70-DCEA-4374-9A04-7808EAB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What I liked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C928F-6E57-4530-8D76-3C3C5F7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Fast to write, easy to read, and the selector-based API still gives you control over what re-renders.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06F9A-36F3-419D-AE01-E2521086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55435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0ED31-5A5E-4B02-BA04-BD42BCBE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970F-01C7-410F-9F63-708A4D4E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4800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trade-off is scale: it is easy to keep adding things to one store, so the bigger question is how well the team keeps it organized.</a:t>
            </a:r>
          </a:p>
        </p:txBody>
      </p:sp>
    </p:spTree>
    <p:extLst>
      <p:ext uri="{BB962C8B-B14F-4D97-AF65-F5344CB8AC3E}">
        <p14:creationId xmlns:p14="http://schemas.microsoft.com/office/powerpoint/2010/main" val="17450449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9C728-4A90-41C2-BE50-C3AFD9F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F319D-7AA9-473C-B136-A0CA1F7E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THE OTHER REACTIVITY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3CB7E-3B39-4596-B145-40DD5D7D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Signals are worth a quick stop before the final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7B8EE-D08F-4C54-A697-C926292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 different way of thinking about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4A69E-3036-4E06-87D4-4FDBEF96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476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B06AC-EB02-4684-B620-9BFAB732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Why Signals stand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76161-F199-4CF9-8125-385B9AB7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39AFA-8C1B-4051-8309-483600D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Module-level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B7C83-3E4F-4B6F-8089-E4B7BD7F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90685-D600-4718-AB1F-7FF2917E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Computed derived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6F23A-B545-4D95-A163-2B6406F4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06F97-8562-4E3A-BD71-21074FCF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Direct .value updates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C9602-AED0-4289-965C-528873E9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1FB0B-4129-4E82-A1CB-FFCF3038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Fewer full re-renders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7A34E-8BFA-439D-BBCA-305CECC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76500"/>
            <a:ext cx="60388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E45EC-C5B3-4C1D-9EE8-094EEB1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big idea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2B4D9-9491-4EF3-8EE2-E8C9D678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0400"/>
            <a:ext cx="533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Signals can update only the pieces of UI that depend on them, so you often avoid re-rendering an entire component tree for every change. That makes them feel different from the usual React pattern, where state changes typically trigger component re-renders.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88DEC-9D0E-454C-B5DE-7DFE411D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In React, this demo uses @preact/signals-react plus @preact/signals-react-transform.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4C59A-7A08-4DFE-91A9-9C532555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Other libraries worth knowing in React include Jotai, Recoil, and MobX.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3E6FD-C45F-4904-9F70-498DE461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340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They are not just another store library; they are a different reactivity model.</a:t>
            </a:r>
          </a:p>
        </p:txBody>
      </p:sp>
    </p:spTree>
    <p:extLst>
      <p:ext uri="{BB962C8B-B14F-4D97-AF65-F5344CB8AC3E}">
        <p14:creationId xmlns:p14="http://schemas.microsoft.com/office/powerpoint/2010/main" val="20135092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ABCD7-5915-49B4-899F-78BEE94D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EFD9E-FB7C-42D8-BE1F-A2EC0CA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MINIMAL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2B22-BC9D-4DCF-9939-CC4A567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A non-opinionated way to close the talk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A21C-605C-43A4-96C4-BB8BC30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point is to make the trade-offs visible, not to crown a winner.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9A3F0-2381-497B-9A4D-FE15640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A78BF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58B9F-FDBE-44B9-8208-BC247CF6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Redux Toolkit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87F2E-9CD9-4681-B096-DF4DBBC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Most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F218E-C90F-41A7-9F0B-A5D49AD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47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Best when you want explicit workflows and strong conventions.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13335-EEC0-41BD-9FD8-68D1A7F2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60585-642B-4194-98BD-62ADA8F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Zustand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01682-6FD0-414D-96FB-C3D18B0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Least ceremony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04A79-CE98-4036-8237-B08A659B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2647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Best when you want a shared store with low friction.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73382-2808-4759-9A00-D4396488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F65FE-F613-44CE-B783-5F76631B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E3889-5A9E-4FA6-8CD7-8A5884E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Different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EA65E-4AB0-4DE6-B0DD-0CB351C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647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Worth learning as the ecosystem evolves.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62B0D-D075-4402-927A-9491453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My shorthand: start with the smallest tool that fits the problem, then add structure only when the pain is real.</a:t>
            </a:r>
          </a:p>
        </p:txBody>
      </p:sp>
    </p:spTree>
    <p:extLst>
      <p:ext uri="{BB962C8B-B14F-4D97-AF65-F5344CB8AC3E}">
        <p14:creationId xmlns:p14="http://schemas.microsoft.com/office/powerpoint/2010/main" val="1336354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2026-06-08T23:01:58.4710000Z</dcterms:created>
  <dcterms:modified xsi:type="dcterms:W3CDTF">2026-06-08T23:01:58.4710000Z</dcterms:modified>
</coreProperties>
</file>